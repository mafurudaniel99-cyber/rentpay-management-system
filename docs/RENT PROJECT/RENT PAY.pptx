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6F599-5DD7-97C3-BD58-3C687A8CE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FAD7A8-D6D4-7EEA-F5D2-DA4C0CE08F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C5173-D4F0-9B10-5850-48F2EC4C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5BC0B-9756-C485-8D81-FBA1FA03A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E54511-F9E3-86CF-952C-E953CE25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378314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B8F5-3F57-73C6-E646-DA986BA59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2B80E-4447-40DB-5335-37A418DFB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D5AA84-95ED-8A75-A289-21EAEBC3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ED32B-D2AA-D9E1-B378-95625E98AF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360B79-F822-CFC3-6887-5B165FBA8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576331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BB9A8-BD99-0FDD-38F5-A62DC7879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FCAEEC-38E1-52C4-B638-D5B0281AB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5A925-21A9-E89D-9098-D16533C7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1960-061C-188D-ADBE-A482CFB5C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1E72B-0586-27E9-1069-7A7A978F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771782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5DCAF-79A4-7B09-385B-E44F8380C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85AD1-07B6-B5E7-88C1-9BBA293C27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9EA875-61A9-47B2-DB15-F20B852DA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48C6A-927A-A644-66A8-17F22D854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9124BF-48F5-6D3B-1D90-DDDC1F3B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D5657B-3E6B-63EC-4E5A-2313E51E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891953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ABC21-7D01-80A2-98A3-44B35AAD9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7D24E4-51DF-F5E1-03F7-69738BBC5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A0D54C-CE37-035B-56FC-B898569FE4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74DB9-FE92-F86E-35F4-B3C5527885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A8A18-F88A-53D5-366A-A1F477519B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95ABE9-4698-8435-5C1B-0CF6693B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84D88E-C9E1-B9E1-A138-ACE6BD595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1FF62E-5118-4F90-E33C-9BBCA0CCD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34705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7C273-9728-43E8-1318-BB78C556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813A0-9EEE-ACB0-179E-D21CFB0AE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9FC6F9-A18E-650B-1B1A-162964EE9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3D4A0D-E99E-6637-4A5C-DA220FA20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284399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D9BCCE-3744-C81E-F69E-891E51E44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6B39A8-4EED-AFCF-C8AB-73F3A133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B538A-6D37-9D32-97E0-2739FB853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786186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29A1-2712-6A84-982B-9C121EA7D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EF916-24C8-281D-A9D6-BC347F9CA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64060E-E5B9-EACA-8A1B-5052379DB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BCAA1-30C0-1708-7B7B-783281B94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D0261-4C6D-B63D-0EA8-8DF3108CE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BDF28-1AD3-33F7-CB54-4BBE8AE3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24757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A40C1-0B7D-19BE-0EBB-24FE114C3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DCFE7-5008-CEC2-10D3-C55111C4E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T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F989E9-F86B-4A4D-AD2E-FFDC003FDF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65C9A-EF31-4F7C-B99C-776E01C22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643404-D942-9F29-A68F-08DE9DF25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31674-92B8-7076-4408-00F4D6C52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6684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CE4A6-6ADE-3496-4394-69560A67A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BB11D-512A-5E25-C5E8-FDD5968E8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4E067-E97F-3BB2-B012-28371680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DB687-B5D1-881B-0277-139D35A0B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2DD98-8E55-D44A-A77E-CFFD3AB65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561372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73953E-1186-7B23-86AB-B0239302E3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6BA92A-AABF-D8AC-ED5E-72AD50FBD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7D0CA-9575-3C88-942D-00657573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D6360-0C71-CE0B-E874-C0B68049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40581-B568-CA68-F9C7-57F949974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153596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3657C9-9449-3E62-B1B8-93877160B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T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CA864-E9F5-F8B2-D70E-F928EE5BB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1E73C-A20D-EBEB-225D-6D46F05D2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C1DE9-E70B-4A37-9EB5-23985AAE0F36}" type="datetimeFigureOut">
              <a:rPr lang="en-TZ" smtClean="0"/>
              <a:t>06/07/2026</a:t>
            </a:fld>
            <a:endParaRPr lang="en-T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E3CCB-E599-6C91-EEE2-AB2E44E764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BAC7D-1ACD-8114-E943-027AC538AE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7409FC-977B-4DFE-BC81-E23AD71D39A9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25867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T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7D88-D1EF-9185-8A2F-A8D39F4AAC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RENT PAY: DIGITAL RENTAL PROPERTY PAYMENT AND MANAGEMENT SYSTEM</a:t>
            </a:r>
            <a:endParaRPr lang="en-T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4C547-2B8B-14CA-EDFC-F969EC9D08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PREPARED BY: GROUP NUMBER FOUR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833631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EC799-0CC4-ED8C-E6C0-06D5C7B6F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PROBLEM STATEMENT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7C621-BBAB-92F5-0359-AACE5456A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</a:t>
            </a:r>
            <a:r>
              <a:rPr lang="en-TZ" b="1" dirty="0" err="1"/>
              <a:t>ntroduction</a:t>
            </a:r>
            <a:endParaRPr lang="en-TZ" b="1" dirty="0"/>
          </a:p>
          <a:p>
            <a:r>
              <a:rPr lang="en-TZ" dirty="0" err="1"/>
              <a:t>RentPay</a:t>
            </a:r>
            <a:r>
              <a:rPr lang="en-TZ" dirty="0"/>
              <a:t> is a web-based platform that helps landlords and tenants manage rental properties online. It allows users to search for houses, make rent payments, manage bookings, and improve communication.</a:t>
            </a:r>
            <a:endParaRPr lang="en-US" dirty="0"/>
          </a:p>
          <a:p>
            <a:r>
              <a:rPr lang="en-TZ" b="1" dirty="0"/>
              <a:t>Problem Statement</a:t>
            </a:r>
          </a:p>
          <a:p>
            <a:r>
              <a:rPr lang="en-TZ" dirty="0"/>
              <a:t>Manual rent collection is slow. </a:t>
            </a:r>
          </a:p>
          <a:p>
            <a:r>
              <a:rPr lang="en-TZ" dirty="0"/>
              <a:t>Finding rental houses takes time. </a:t>
            </a:r>
          </a:p>
          <a:p>
            <a:r>
              <a:rPr lang="en-TZ" dirty="0"/>
              <a:t>Payment records are easily lost. </a:t>
            </a:r>
          </a:p>
          <a:p>
            <a:r>
              <a:rPr lang="en-TZ" dirty="0"/>
              <a:t>Poor communication between tenants and landlords.</a:t>
            </a:r>
          </a:p>
          <a:p>
            <a:endParaRPr lang="en-TZ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6475350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5B707-4115-E06D-620A-A19EECEE4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Objectives &amp;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31758-9EB4-635F-21CD-2196FD2A6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TZ" b="1" dirty="0"/>
              <a:t>General Objective</a:t>
            </a:r>
          </a:p>
          <a:p>
            <a:r>
              <a:rPr lang="en-TZ" dirty="0"/>
              <a:t>To develop a secure online platform for managing rental properties and rent payments.</a:t>
            </a:r>
          </a:p>
          <a:p>
            <a:r>
              <a:rPr lang="en-TZ" b="1" dirty="0"/>
              <a:t>Specific Objectives</a:t>
            </a:r>
          </a:p>
          <a:p>
            <a:r>
              <a:rPr lang="en-TZ" dirty="0"/>
              <a:t>Allow tenants to search houses. </a:t>
            </a:r>
          </a:p>
          <a:p>
            <a:r>
              <a:rPr lang="en-TZ" dirty="0"/>
              <a:t>Enable online rent payment. </a:t>
            </a:r>
          </a:p>
          <a:p>
            <a:r>
              <a:rPr lang="en-TZ" dirty="0"/>
              <a:t>Help landlords manage properties. </a:t>
            </a:r>
          </a:p>
          <a:p>
            <a:r>
              <a:rPr lang="en-TZ" dirty="0"/>
              <a:t>Improve communication. </a:t>
            </a:r>
          </a:p>
          <a:p>
            <a:r>
              <a:rPr lang="en-TZ" dirty="0"/>
              <a:t>Provide secure payment through escrow.</a:t>
            </a:r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869874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1F6FB-F885-F617-3E1F-ECFE5299B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System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C49EA-6163-82C6-44F6-A38A44CC6C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T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CCD9CD-8E67-C386-AA94-89A9545232EB}"/>
              </a:ext>
            </a:extLst>
          </p:cNvPr>
          <p:cNvSpPr/>
          <p:nvPr/>
        </p:nvSpPr>
        <p:spPr>
          <a:xfrm>
            <a:off x="1150621" y="2638268"/>
            <a:ext cx="4503420" cy="15679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Visitor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Browse properties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Register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endParaRPr lang="en-TZ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6515F09-3904-9BAB-0E67-DB07128EE11B}"/>
              </a:ext>
            </a:extLst>
          </p:cNvPr>
          <p:cNvSpPr/>
          <p:nvPr/>
        </p:nvSpPr>
        <p:spPr>
          <a:xfrm>
            <a:off x="1150621" y="4665112"/>
            <a:ext cx="4503420" cy="15118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Landlord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Add property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 err="1"/>
              <a:t>Mnage</a:t>
            </a:r>
            <a:r>
              <a:rPr lang="en-US" dirty="0"/>
              <a:t> rooms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Approve bookings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View reports</a:t>
            </a:r>
            <a:endParaRPr lang="en-TZ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D1E583-D863-2EDB-EF94-96DE2E0DB34B}"/>
              </a:ext>
            </a:extLst>
          </p:cNvPr>
          <p:cNvSpPr/>
          <p:nvPr/>
        </p:nvSpPr>
        <p:spPr>
          <a:xfrm>
            <a:off x="6537960" y="4665112"/>
            <a:ext cx="4503420" cy="151185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Admin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Verify landlords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Resolve disputes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Manage users</a:t>
            </a:r>
            <a:endParaRPr lang="en-TZ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BD1DD9-A472-3DF6-06BA-AB4C86B69DD3}"/>
              </a:ext>
            </a:extLst>
          </p:cNvPr>
          <p:cNvSpPr/>
          <p:nvPr/>
        </p:nvSpPr>
        <p:spPr>
          <a:xfrm>
            <a:off x="6537960" y="2638267"/>
            <a:ext cx="4503420" cy="156797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Tenant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Search houses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Book rooms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Pay rent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Request </a:t>
            </a:r>
            <a:r>
              <a:rPr lang="en-US" dirty="0" err="1"/>
              <a:t>maintanance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50401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956D0-37F8-215F-9571-EC5B5599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features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267B7-FB30-DDF8-4957-5D9949F9F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User registration</a:t>
            </a:r>
          </a:p>
          <a:p>
            <a:r>
              <a:rPr lang="en-TZ" dirty="0"/>
              <a:t>Property Search</a:t>
            </a:r>
            <a:endParaRPr lang="en-US" dirty="0"/>
          </a:p>
          <a:p>
            <a:r>
              <a:rPr lang="en-TZ" dirty="0"/>
              <a:t>Booking System</a:t>
            </a:r>
            <a:endParaRPr lang="en-US" dirty="0"/>
          </a:p>
          <a:p>
            <a:r>
              <a:rPr lang="en-TZ" dirty="0"/>
              <a:t>Booking System</a:t>
            </a:r>
            <a:endParaRPr lang="en-US" dirty="0"/>
          </a:p>
          <a:p>
            <a:r>
              <a:rPr lang="en-TZ" dirty="0"/>
              <a:t>Online Payment</a:t>
            </a:r>
            <a:endParaRPr lang="en-US" dirty="0"/>
          </a:p>
          <a:p>
            <a:r>
              <a:rPr lang="en-TZ" dirty="0"/>
              <a:t>Escrow System</a:t>
            </a:r>
            <a:endParaRPr lang="en-US" dirty="0"/>
          </a:p>
          <a:p>
            <a:r>
              <a:rPr lang="en-TZ" dirty="0"/>
              <a:t>Maintenance Requests</a:t>
            </a:r>
            <a:endParaRPr lang="en-US" dirty="0"/>
          </a:p>
          <a:p>
            <a:r>
              <a:rPr lang="en-TZ" dirty="0"/>
              <a:t>Reports</a:t>
            </a:r>
            <a:endParaRPr lang="en-US" dirty="0"/>
          </a:p>
          <a:p>
            <a:r>
              <a:rPr lang="en-TZ" dirty="0"/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1054843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479EE-58C3-A77E-5D93-DB01367DD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Functional and Non – Functional requirements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C74F8-756F-E5DB-FEFC-9FE698168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Functional requirements                         Non – Functional requirements</a:t>
            </a:r>
          </a:p>
          <a:p>
            <a:pPr marL="0" indent="0">
              <a:buNone/>
            </a:pPr>
            <a:endParaRPr lang="en-T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BFB04F-498D-DF55-AC3E-E15856B8A625}"/>
              </a:ext>
            </a:extLst>
          </p:cNvPr>
          <p:cNvSpPr/>
          <p:nvPr/>
        </p:nvSpPr>
        <p:spPr>
          <a:xfrm>
            <a:off x="838200" y="2488367"/>
            <a:ext cx="5257799" cy="382353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R</a:t>
            </a:r>
            <a:r>
              <a:rPr lang="en-TZ" dirty="0" err="1"/>
              <a:t>egister</a:t>
            </a:r>
            <a:r>
              <a:rPr lang="en-TZ" dirty="0"/>
              <a:t>/Login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Add Property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Search Property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Book Room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Pay Rent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Generate Receipt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2DC0A0-A1EC-F01F-8A57-51CBEEF00F08}"/>
              </a:ext>
            </a:extLst>
          </p:cNvPr>
          <p:cNvSpPr/>
          <p:nvPr/>
        </p:nvSpPr>
        <p:spPr>
          <a:xfrm>
            <a:off x="6596922" y="2488367"/>
            <a:ext cx="5257799" cy="37560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Security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Performance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Reliability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TZ" dirty="0"/>
              <a:t>Availability</a:t>
            </a:r>
          </a:p>
        </p:txBody>
      </p:sp>
    </p:spTree>
    <p:extLst>
      <p:ext uri="{BB962C8B-B14F-4D97-AF65-F5344CB8AC3E}">
        <p14:creationId xmlns:p14="http://schemas.microsoft.com/office/powerpoint/2010/main" val="252819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C1E7-3C63-FF7A-5B1B-897B86405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49AA4-9087-878E-6F34-211191ECD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TZ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AC8D1A-E97F-6784-405E-B5F2BB6E9AB3}"/>
              </a:ext>
            </a:extLst>
          </p:cNvPr>
          <p:cNvSpPr/>
          <p:nvPr/>
        </p:nvSpPr>
        <p:spPr>
          <a:xfrm>
            <a:off x="1199213" y="2533338"/>
            <a:ext cx="4002374" cy="15889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Frontend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/>
              <a:t>HTML</a:t>
            </a:r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CSS</a:t>
            </a:r>
          </a:p>
          <a:p>
            <a:pPr algn="ctr"/>
            <a:endParaRPr lang="en-US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TZ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99BDC6-99AD-7506-0857-94296D22DDA7}"/>
              </a:ext>
            </a:extLst>
          </p:cNvPr>
          <p:cNvSpPr/>
          <p:nvPr/>
        </p:nvSpPr>
        <p:spPr>
          <a:xfrm>
            <a:off x="1201711" y="4588006"/>
            <a:ext cx="3999876" cy="15889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MySQL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TZ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FD1E10-51C1-58AA-6050-003CA6E0D346}"/>
              </a:ext>
            </a:extLst>
          </p:cNvPr>
          <p:cNvSpPr/>
          <p:nvPr/>
        </p:nvSpPr>
        <p:spPr>
          <a:xfrm>
            <a:off x="6096000" y="2484620"/>
            <a:ext cx="4517037" cy="15889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Backend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PHP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TZ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AE96E9-45DB-3738-92E0-6B9544789430}"/>
              </a:ext>
            </a:extLst>
          </p:cNvPr>
          <p:cNvSpPr/>
          <p:nvPr/>
        </p:nvSpPr>
        <p:spPr>
          <a:xfrm>
            <a:off x="6096000" y="4632976"/>
            <a:ext cx="4517036" cy="158895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API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/>
              <a:t>M – PESA Daraja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582777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159A-BB49-3EC4-211A-A31563D3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Flow</a:t>
            </a:r>
            <a:endParaRPr lang="en-TZ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71A3ACF1-75C2-F61C-BEB9-BF9844D0F1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972" y="1519311"/>
            <a:ext cx="8792308" cy="46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72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DBDC6-496F-ED82-7688-571E3483D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and Tenant workflow</a:t>
            </a:r>
            <a:endParaRPr lang="en-TZ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0A4425-C764-C0AB-5E33-819ACBFD3F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Home page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675D18-3D52-7FF2-1F9B-2C451759F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573" y="2307101"/>
            <a:ext cx="11324493" cy="455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2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87E91-BB5B-91CB-BF52-5AFFA34D4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and Tenant workflow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FE695-8183-8184-7BA5-9F9410480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BF03D-4DE2-6A10-6026-20B027DAE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77" y="2388332"/>
            <a:ext cx="1076764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56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D25C1-EC3D-851B-4D07-4D33BF333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and Tenant workflow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9437A-E659-2B9E-CE1B-FED9C74C2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Login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018886-6492-07B7-3AAE-48AFFF4D7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8628"/>
            <a:ext cx="11006797" cy="464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211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043D-4652-F570-8116-A6E65A581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and Tenant workflow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72FF2-086A-A2FE-4EC2-A770F0D00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Search property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AC620-EDFD-EA74-4D1C-311E6BD18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92" y="2250831"/>
            <a:ext cx="113948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163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D08C-BCFF-7F36-D25F-5570D4345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Visitor and Tenant workflow</a:t>
            </a:r>
            <a:endParaRPr lang="en-T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F6853-7DF1-E917-8F59-F00C8088A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Property details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4B733F-1385-8778-770E-314BAB91D3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354" y="2236763"/>
            <a:ext cx="11591778" cy="447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913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C737-4A3F-A371-2E66-243C9BB09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Tenant Booking &amp; Payment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B7144-919F-7BEE-C2C6-7908B854E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Payment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AC8AFA-3E4A-D784-F50C-62FE4B0E85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381" y="2307102"/>
            <a:ext cx="11479237" cy="455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028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5AC54-FEE5-67B6-BE9E-3C3AFD02A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Tenant Booking &amp; Payment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40107E2-DEBA-362D-96D2-A74E060B3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Agreement</a:t>
            </a:r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708179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31772-DF53-0B85-A293-F90F543E3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Landlord Workflow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F36195-68FC-62BC-650A-EA28C8D411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1923F2-AF81-8E45-A6EB-BC5754963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5" y="2180491"/>
            <a:ext cx="11830930" cy="44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28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8363-EC55-457E-27B2-CF703DCB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Landlord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06860-37E3-4FCE-0117-CFF39960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property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A81AF-43C1-82E5-20CA-B22988125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83" y="2278966"/>
            <a:ext cx="11802794" cy="457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945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DEEC6-F11D-50D2-E37B-F90FA582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Landlord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8EF1B-29CA-1995-0A6F-D1A6D7540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Maintainance</a:t>
            </a:r>
            <a:r>
              <a:rPr lang="en-US" dirty="0"/>
              <a:t> and subscription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60081F-0A8D-EBF0-FA00-54EFABAB9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56" y="2349304"/>
            <a:ext cx="11605847" cy="450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737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EA6B8-67D0-CDBA-B05A-8FBC51862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Landlord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A9B55-8235-B3E3-40AC-6EB3ACAF7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Tenant proposals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B647FF-EB4F-7CFF-EF2D-BA1BCC7D81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218" y="2222694"/>
            <a:ext cx="11591779" cy="492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305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75A5C2-6EFE-2A15-1810-2E212BE73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Landlord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CDC45-BE68-A948-A777-3AFB618553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50" y="2180491"/>
            <a:ext cx="11774659" cy="4797084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C1BFDD7-3328-7686-C8AC-11A07AC27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Financial analysis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40538530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65DF-849A-57D0-CF5D-3EA1671D0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Admin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957C-A083-2925-85D0-71855C79E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Dashboard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14A1EB-9F4C-F4C4-0CF9-7E91240DE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92" y="2203554"/>
            <a:ext cx="11647359" cy="465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889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1A8A2-6011-4D6B-1245-DF561D67F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Admin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935AA-89AE-7F20-8BC3-985018D833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Verify landlord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DB47B9-7744-4314-DFB8-591219698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48" y="2264897"/>
            <a:ext cx="1178872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7667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4B9BA-F2C3-7720-ECB2-E2957384D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Admin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7857A-B8A5-6EB9-A734-63D58B9E8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 users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19A2A0-9136-3574-3136-AFE0E59904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5" y="2194559"/>
            <a:ext cx="11873133" cy="46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591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E223-9188-1208-1F07-71AF4EB38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Admin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35A920-BA0C-A32E-9E15-8FBFD6588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Escrow Monitoring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2DBC33-2CD0-F27E-FB19-A3AA595A7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48" y="2208628"/>
            <a:ext cx="11774658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78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11FB-B30B-D866-F4EC-E41B300D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Admin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F743E-BE85-B9E6-5D93-DF8758FCE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Reports Generation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36EA8-BD70-844C-9B66-F666958D57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48" y="2250830"/>
            <a:ext cx="11788726" cy="4607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5122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9015-ABFC-917C-3073-0ADD1A595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Security </a:t>
            </a:r>
            <a:r>
              <a:rPr lang="en-US" dirty="0"/>
              <a:t>and</a:t>
            </a:r>
            <a:r>
              <a:rPr lang="en-TZ" dirty="0"/>
              <a:t> Escrow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19E49-9829-76F1-B597-D03026D979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Z" dirty="0"/>
              <a:t>Security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2A5836-6EAD-16EC-3421-52C6135272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TZ" dirty="0"/>
              <a:t>Login Authentication</a:t>
            </a:r>
            <a:endParaRPr lang="en-US" dirty="0"/>
          </a:p>
          <a:p>
            <a:r>
              <a:rPr lang="en-TZ" dirty="0"/>
              <a:t>Password Encryption</a:t>
            </a:r>
            <a:endParaRPr lang="en-US" dirty="0"/>
          </a:p>
          <a:p>
            <a:r>
              <a:rPr lang="en-TZ" dirty="0"/>
              <a:t>Role-Based Access</a:t>
            </a:r>
            <a:endParaRPr lang="en-US" dirty="0"/>
          </a:p>
          <a:p>
            <a:r>
              <a:rPr lang="en-TZ" dirty="0"/>
              <a:t>Secure Database</a:t>
            </a:r>
            <a:endParaRPr lang="en-US" dirty="0"/>
          </a:p>
          <a:p>
            <a:r>
              <a:rPr lang="en-TZ" dirty="0"/>
              <a:t>Input Validation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C8BF50-38D1-EF64-32F1-1138C31F7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TZ" dirty="0"/>
              <a:t>Escrow Process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9D576-D09D-709D-F77A-A60A7F4F3E4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TZ" dirty="0"/>
              <a:t>Tenant Pays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TZ" dirty="0"/>
              <a:t>↓</a:t>
            </a:r>
            <a:endParaRPr lang="en-US" dirty="0"/>
          </a:p>
          <a:p>
            <a:r>
              <a:rPr lang="en-TZ" dirty="0"/>
              <a:t>Money Held in Escrow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TZ" dirty="0"/>
              <a:t>↓</a:t>
            </a:r>
          </a:p>
          <a:p>
            <a:r>
              <a:rPr lang="en-TZ" dirty="0"/>
              <a:t>Tenant Confirms Move-in</a:t>
            </a:r>
          </a:p>
          <a:p>
            <a:pPr marL="0" indent="0">
              <a:buNone/>
            </a:pPr>
            <a:r>
              <a:rPr lang="en-US" dirty="0"/>
              <a:t>              </a:t>
            </a:r>
            <a:r>
              <a:rPr lang="en-TZ" dirty="0"/>
              <a:t>↓</a:t>
            </a:r>
          </a:p>
          <a:p>
            <a:r>
              <a:rPr lang="en-TZ" dirty="0"/>
              <a:t>Landlord Receives Payment</a:t>
            </a:r>
            <a:endParaRPr lang="en-US" dirty="0"/>
          </a:p>
          <a:p>
            <a:pPr marL="0" indent="0">
              <a:buNone/>
            </a:pPr>
            <a:endParaRPr lang="en-TZ" dirty="0"/>
          </a:p>
          <a:p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25710800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1AD53-1739-05C5-6514-D40286E98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Security </a:t>
            </a:r>
            <a:r>
              <a:rPr lang="en-US" dirty="0"/>
              <a:t>and</a:t>
            </a:r>
            <a:r>
              <a:rPr lang="en-TZ" dirty="0"/>
              <a:t> Escrow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AE556-8563-4128-C896-A4F980ECA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 of escrow </a:t>
            </a:r>
          </a:p>
          <a:p>
            <a:pPr marL="0" indent="0">
              <a:buNone/>
            </a:pPr>
            <a:endParaRPr lang="en-T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9B911-FEFD-AB55-96EF-CE9A670B32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14" y="2264898"/>
            <a:ext cx="11788727" cy="445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808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DA475-C937-1456-6C2D-E65396D2F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Challenges </a:t>
            </a:r>
            <a:r>
              <a:rPr lang="en-US" dirty="0"/>
              <a:t>and</a:t>
            </a:r>
            <a:r>
              <a:rPr lang="en-TZ" dirty="0"/>
              <a:t> Future Improvements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125B3-99E3-A93D-FB75-86B856632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TZ" dirty="0"/>
              <a:t>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5B4F67-A90A-9106-5A89-2E03A07396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TZ" dirty="0"/>
              <a:t>Internet dependency</a:t>
            </a:r>
            <a:endParaRPr lang="en-US" dirty="0"/>
          </a:p>
          <a:p>
            <a:r>
              <a:rPr lang="en-TZ" dirty="0"/>
              <a:t>Payment API integration</a:t>
            </a:r>
            <a:endParaRPr lang="en-US" dirty="0"/>
          </a:p>
          <a:p>
            <a:r>
              <a:rPr lang="en-TZ" dirty="0"/>
              <a:t>User verification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E5B5E-A0CC-2DF5-8F73-52C5B1026E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TZ" dirty="0"/>
              <a:t>Future Improvements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946C1B-11CD-5B1B-0143-DB92C1AB5A3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TZ" dirty="0"/>
              <a:t>Mobile App</a:t>
            </a:r>
            <a:endParaRPr lang="en-US" dirty="0"/>
          </a:p>
          <a:p>
            <a:r>
              <a:rPr lang="en-TZ" dirty="0"/>
              <a:t>SMS Notifications</a:t>
            </a:r>
            <a:endParaRPr lang="en-US" dirty="0"/>
          </a:p>
          <a:p>
            <a:r>
              <a:rPr lang="en-TZ" dirty="0"/>
              <a:t>Online Video Viewing</a:t>
            </a:r>
            <a:endParaRPr lang="en-US" dirty="0"/>
          </a:p>
          <a:p>
            <a:r>
              <a:rPr lang="en-TZ" dirty="0"/>
              <a:t>AI Property Recommendation</a:t>
            </a:r>
          </a:p>
        </p:txBody>
      </p:sp>
    </p:spTree>
    <p:extLst>
      <p:ext uri="{BB962C8B-B14F-4D97-AF65-F5344CB8AC3E}">
        <p14:creationId xmlns:p14="http://schemas.microsoft.com/office/powerpoint/2010/main" val="2270848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26EE3-E904-AAA3-9C6F-32C4CF222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Z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F285-0324-AEEF-D5EF-AA137FEB4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Z" dirty="0"/>
              <a:t>Conclusion</a:t>
            </a:r>
            <a:endParaRPr lang="en-US" dirty="0"/>
          </a:p>
          <a:p>
            <a:r>
              <a:rPr lang="en-TZ" dirty="0" err="1"/>
              <a:t>RentPay</a:t>
            </a:r>
            <a:r>
              <a:rPr lang="en-TZ" dirty="0"/>
              <a:t> provides a secure and simple way for landlords and tenants to manage rental properties online. It improves transparency, simplifies payments, and enhances communication while reducing manual work.</a:t>
            </a:r>
          </a:p>
          <a:p>
            <a:pPr marL="0" indent="0">
              <a:buNone/>
            </a:pPr>
            <a:endParaRPr lang="en-TZ" b="1" dirty="0"/>
          </a:p>
          <a:p>
            <a:pPr marL="0" indent="0">
              <a:buNone/>
            </a:pP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1343125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42A1-9C0F-E048-6839-301392DCB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  Thank you</a:t>
            </a:r>
            <a:endParaRPr lang="en-TZ" dirty="0"/>
          </a:p>
        </p:txBody>
      </p:sp>
    </p:spTree>
    <p:extLst>
      <p:ext uri="{BB962C8B-B14F-4D97-AF65-F5344CB8AC3E}">
        <p14:creationId xmlns:p14="http://schemas.microsoft.com/office/powerpoint/2010/main" val="310473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403</Words>
  <Application>Microsoft Office PowerPoint</Application>
  <PresentationFormat>Widescreen</PresentationFormat>
  <Paragraphs>135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Wingdings</vt:lpstr>
      <vt:lpstr>Office Theme</vt:lpstr>
      <vt:lpstr>RENT PAY: DIGITAL RENTAL PROPERTY PAYMENT AND MANAGEMENT SYSTEM</vt:lpstr>
      <vt:lpstr>INTRODUCTION AND PROBLEM STATEMENT</vt:lpstr>
      <vt:lpstr>Objectives &amp; Scope</vt:lpstr>
      <vt:lpstr>System Users</vt:lpstr>
      <vt:lpstr>Major features</vt:lpstr>
      <vt:lpstr>Functional and Non – Functional requirements</vt:lpstr>
      <vt:lpstr>Technology Stack</vt:lpstr>
      <vt:lpstr>Data Flow</vt:lpstr>
      <vt:lpstr>Visitor and Tenant workflow</vt:lpstr>
      <vt:lpstr>Visitor and Tenant workflow</vt:lpstr>
      <vt:lpstr>Visitor and Tenant workflow</vt:lpstr>
      <vt:lpstr>Visitor and Tenant workflow</vt:lpstr>
      <vt:lpstr>Visitor and Tenant workflow</vt:lpstr>
      <vt:lpstr>Tenant Booking &amp; Payment</vt:lpstr>
      <vt:lpstr>Tenant Booking &amp; Payment</vt:lpstr>
      <vt:lpstr>Landlord Workflow</vt:lpstr>
      <vt:lpstr>Landlord Workflow</vt:lpstr>
      <vt:lpstr>Landlord Workflow</vt:lpstr>
      <vt:lpstr>Landlord Workflow</vt:lpstr>
      <vt:lpstr>Landlord Workflow</vt:lpstr>
      <vt:lpstr>Admin Workflow</vt:lpstr>
      <vt:lpstr>Admin Workflow</vt:lpstr>
      <vt:lpstr>Admin Workflow</vt:lpstr>
      <vt:lpstr>Admin Workflow</vt:lpstr>
      <vt:lpstr>Admin Workflow</vt:lpstr>
      <vt:lpstr>Security and Escrow</vt:lpstr>
      <vt:lpstr>Security and Escrow</vt:lpstr>
      <vt:lpstr>Challenges and Future Improvements</vt:lpstr>
      <vt:lpstr>Conclusion</vt:lpstr>
      <vt:lpstr>           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Asia Uwesu</dc:creator>
  <cp:lastModifiedBy>Asia Uwesu</cp:lastModifiedBy>
  <cp:revision>10</cp:revision>
  <dcterms:created xsi:type="dcterms:W3CDTF">2026-07-06T14:01:50Z</dcterms:created>
  <dcterms:modified xsi:type="dcterms:W3CDTF">2026-07-06T16:20:56Z</dcterms:modified>
</cp:coreProperties>
</file>